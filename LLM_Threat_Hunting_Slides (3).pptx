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THREAT HUNTING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Investigation Engine, Built on Live Splunk Telemetry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synthetic prototype to real endpoint data — what I built, what I hit, and what I fixed.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</a:rPr>
              <a:t>WHAT I BUILT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</a:rPr>
              <a:t>A natural-language threat hunting engine on real SOC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121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3911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Hybrid NL → SPL engine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45059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Deterministic regex parser for known patterns + a local LLM (Llama 3.2 via Ollama) for open-ended questions.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2121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203911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Safety-checked AI queries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45059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Every LLM-generated query is validated against a destructive-command blocklist before it ever runs.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10144" y="192024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312" y="2121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03911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One-click investigation chain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11312" y="245059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Automatically walks failed logins → successful compromise → process activity → network connections.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9044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8221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Real endpoint validation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1248" y="423367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Re-pointed the whole pipeline at live Windows Security Event Log + Sysmon data — not just synthetic test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70332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39044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38221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Adjustable time ranges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423367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Last 24 hours / 7 days / 30 days / All time — for both single questions and full investigations.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3703320"/>
            <a:ext cx="3410712" cy="1554480"/>
          </a:xfrm>
          <a:prstGeom prst="roundRect">
            <a:avLst>
              <a:gd name="adj" fmla="val 4118"/>
            </a:avLst>
          </a:prstGeom>
          <a:solidFill>
            <a:srgbClr val="F5F6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211312" y="39044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8421624" y="3822192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</a:rPr>
              <a:t>Interactive dashboard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11312" y="4233672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</a:rPr>
              <a:t>A Streamlit UI showing the generated query and results side by side, fully transparent.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REAL DATA, NOT JUST A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B1B2F"/>
                </a:solidFill>
              </a:rPr>
              <a:t>Connected straight to live Splunk telemetry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</a:rPr>
              <a:t>Splunk Enterprise indexing real Windows Security Event Log and Sysmon data from an actual monitored endpoint — the same pipeline that started on synthetic data, now running on the real 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587130"/>
            <a:ext cx="5843016" cy="3683741"/>
          </a:xfrm>
          <a:prstGeom prst="roundRect">
            <a:avLst>
              <a:gd name="adj" fmla="val 1241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96858"/>
            <a:ext cx="5623560" cy="3464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325734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Splunk Enterprise, indexing live endpoint telemetry.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CORE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B1B2F"/>
                </a:solidFill>
              </a:rPr>
              <a:t>Plain English in, real SPL out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</a:rPr>
              <a:t>Type a question like “users with more than 2 failed logins” and get back the actual translated SPL query plus real results — no query language required, and the reasoning path (regex vs. LLM) shown transparently.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856522"/>
            <a:ext cx="5843016" cy="3144956"/>
          </a:xfrm>
          <a:prstGeom prst="roundRect">
            <a:avLst>
              <a:gd name="adj" fmla="val 1454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66250"/>
            <a:ext cx="5623560" cy="292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05634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A real question, translated and executed live against Windows Security Event Log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AI REASONING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</a:rPr>
              <a:t>A local LLM handles what the rules can't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Open-ended questions fall back to a locally-hosted Llama 3.2 model, with a strengthened prompt so it correctly attends to specific hosts and entities named in the question instead of defaulting to a generic example.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789664"/>
            <a:ext cx="5843016" cy="3278673"/>
          </a:xfrm>
          <a:prstGeom prst="roundRect">
            <a:avLst>
              <a:gd name="adj" fmla="val 1394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99392"/>
            <a:ext cx="5623560" cy="30592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12320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D99AE"/>
                </a:solidFill>
              </a:rPr>
              <a:t>The LLM fallback correctly generating SPL for a free-form question.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B1B2F"/>
                </a:solidFill>
              </a:rPr>
              <a:t>One click, four chained queries, one attack 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</a:rPr>
              <a:t>The investigation tab runs a fully automated chain — failed logins, successful compromise, follow-on process activity, outbound connections — recovering the full narrative without writing a single query by hand.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901347"/>
            <a:ext cx="5843016" cy="3055306"/>
          </a:xfrm>
          <a:prstGeom prst="roundRect">
            <a:avLst>
              <a:gd name="adj" fmla="val 1496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11075"/>
            <a:ext cx="5623560" cy="2835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011517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The automated investigation chain running end-to-end through the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REAL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B1B2F"/>
                </a:solidFill>
              </a:rPr>
              <a:t>Found a genuinely disguised executable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B7280"/>
                </a:solidFill>
              </a:rPr>
              <a:t>Not a planted scenario — a real file discovered on the monitored machine: 'Invoice.pdf.exe', a classic double-extension trick used to disguise malware as a harmless PDF.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426432"/>
            <a:ext cx="5843016" cy="4005136"/>
          </a:xfrm>
          <a:prstGeom prst="roundRect">
            <a:avLst>
              <a:gd name="adj" fmla="val 1142"/>
            </a:avLst>
          </a:prstGeom>
          <a:solidFill>
            <a:srgbClr val="F0F0F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36160"/>
            <a:ext cx="5623560" cy="3785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486432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</a:rPr>
              <a:t>Real Sysmon telemetry surfacing a real disguised executable.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3946"/>
                </a:solidFill>
              </a:rPr>
              <a:t>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FFFFFF"/>
                </a:solidFill>
              </a:rPr>
              <a:t>Every hunt is scoped to a time range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</a:rPr>
              <a:t>Last 24 hours, 7 days, 30 days, or all time — selectable for any question or full investigation, so hunts stay fast and relevant instead of scanning the entire history every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879592" y="1804666"/>
            <a:ext cx="5843016" cy="3248667"/>
          </a:xfrm>
          <a:prstGeom prst="roundRect">
            <a:avLst>
              <a:gd name="adj" fmla="val 1407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deck_build/images/image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914394"/>
            <a:ext cx="5623560" cy="3029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5108198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D99AE"/>
                </a:solidFill>
              </a:rPr>
              <a:t>The time range selector, live on a real query returning 23 genuine failed login attempts.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</a:rPr>
              <a:t>WHAT I DIDN'T BUILD (YET)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Honest limitations, not hidden 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128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Static investigation chain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The chain follows a fixed sequence rather than reasoning dynamically about what to check next — true agentic reasoning is the natural next step.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33756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4472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Single-endpoint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81304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Validated against one monitored machine; multi-host lateral-movement detection needs forwarders on additional endpoints.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0698480" cy="1005840"/>
          </a:xfrm>
          <a:prstGeom prst="roundRect">
            <a:avLst>
              <a:gd name="adj" fmla="val 5455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6817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Small-model ceiling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047488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The 1B-parameter local LLM is solid for simple lookups but not fully reliable on complex multi-step questions.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3946"/>
                </a:solidFill>
              </a:rPr>
              <a:t>WHAT I RECOVERED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</a:rPr>
              <a:t>Real bugs, found and fixed on real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204825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</a:rPr>
              <a:t>Splunk's reserved 'host' field was silently overwriting a custom schema field — renamed it, fixed for good.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944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44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88950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</a:rPr>
              <a:t>Windows' multivalue Account_Name field buried real users under noisy machine accounts — cleaned with mvfilter.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785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73075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</a:rPr>
              <a:t>Splunk's automatic XML extraction failed silently on Sysmon data — replaced with targeted regex extraction.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626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626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572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2F"/>
                </a:solidFill>
              </a:rPr>
              <a:t>The LLM defaulted to example values instead of the question's actual entities — fixed with a stronger prompt.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Every one of these came from testing against real data — not something synthetic data would have caught.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2026-08-20T05:00:22Z</dcterms:created>
  <dcterms:modified xsi:type="dcterms:W3CDTF">2026-08-20T05:00:22Z</dcterms:modified>
</cp:coreProperties>
</file>